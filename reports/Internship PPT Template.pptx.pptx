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imes New Roman Bold" charset="1" panose="02020803070505020304"/>
      <p:regular r:id="rId21"/>
    </p:embeddedFont>
    <p:embeddedFont>
      <p:font typeface="Times New Roman" charset="1" panose="02020603050405020304"/>
      <p:regular r:id="rId22"/>
    </p:embeddedFont>
    <p:embeddedFont>
      <p:font typeface="Garamond" charset="1" panose="020204040303010108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095169" y="1544831"/>
            <a:ext cx="10618470" cy="146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AI-Powered RAG Chatbot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34765" y="4428039"/>
            <a:ext cx="10618470" cy="277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Muhammed Midlaj P | 23BBCAMR303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Information Technology</a:t>
            </a:r>
          </a:p>
          <a:p>
            <a:pPr algn="ctr">
              <a:lnSpc>
                <a:spcPts val="3600"/>
              </a:lnSpc>
            </a:pP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Company: Scanntek IT Solutions LLP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Internal Guide: Dr. Kaviyarasi</a:t>
            </a:r>
          </a:p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External Guide: Neha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36187" y="914400"/>
            <a:ext cx="1759629" cy="1814055"/>
            <a:chOff x="0" y="0"/>
            <a:chExt cx="2346173" cy="2418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46198" cy="2418715"/>
            </a:xfrm>
            <a:custGeom>
              <a:avLst/>
              <a:gdLst/>
              <a:ahLst/>
              <a:cxnLst/>
              <a:rect r="r" b="b" t="t" l="l"/>
              <a:pathLst>
                <a:path h="2418715" w="2346198">
                  <a:moveTo>
                    <a:pt x="0" y="0"/>
                  </a:moveTo>
                  <a:lnTo>
                    <a:pt x="2346198" y="0"/>
                  </a:lnTo>
                  <a:lnTo>
                    <a:pt x="2346198" y="2418715"/>
                  </a:lnTo>
                  <a:lnTo>
                    <a:pt x="0" y="2418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2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827444" y="1650016"/>
            <a:ext cx="3802151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AGENDA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63285" y="1025928"/>
            <a:ext cx="1759629" cy="1814055"/>
            <a:chOff x="0" y="0"/>
            <a:chExt cx="2346173" cy="2418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46198" cy="2418715"/>
            </a:xfrm>
            <a:custGeom>
              <a:avLst/>
              <a:gdLst/>
              <a:ahLst/>
              <a:cxnLst/>
              <a:rect r="r" b="b" t="t" l="l"/>
              <a:pathLst>
                <a:path h="2418715" w="2346198">
                  <a:moveTo>
                    <a:pt x="0" y="0"/>
                  </a:moveTo>
                  <a:lnTo>
                    <a:pt x="2346198" y="0"/>
                  </a:lnTo>
                  <a:lnTo>
                    <a:pt x="2346198" y="2418715"/>
                  </a:lnTo>
                  <a:lnTo>
                    <a:pt x="0" y="24187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-1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246120" y="2168261"/>
            <a:ext cx="10789920" cy="7471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8632" indent="-244316" lvl="1">
              <a:lnSpc>
                <a:spcPts val="324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  Introduction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 Organization Profile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  Learning Modules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  Project Implemented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  Problem Statement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  Objectives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  Scope of the Project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  Technologies Used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  System Architecture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 Methodology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  Implementation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12.  Progress / Status</a:t>
            </a:r>
          </a:p>
          <a:p>
            <a:pPr algn="l" marL="488632" indent="-244316" lvl="1">
              <a:lnSpc>
                <a:spcPts val="3240"/>
              </a:lnSpc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13.  Conclusion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375054" y="1290485"/>
            <a:ext cx="4798390" cy="62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33205" y="2803255"/>
            <a:ext cx="14218920" cy="677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Internship focused on building an enterprise-grade AI-Powered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Retrieval-Augmented Generation (RAG) Chatbot system.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Purpose: Enable organizations to query their own documents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using natural language and receive AI-powered answers with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source citations.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Domain: Artificial Intelligence / Natural Language Processing,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specifically RAG-based conversational AI for enterprise data.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Combines modern full-stack web development with cutting-edge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AI/ML techniques including agentic reasoning, vector search,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and multimodal document understanding.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06029" y="9747628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6518988" y="9747628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83418" y="1060647"/>
            <a:ext cx="1699574" cy="1752133"/>
            <a:chOff x="0" y="0"/>
            <a:chExt cx="2266099" cy="23361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66061" cy="2336165"/>
            </a:xfrm>
            <a:custGeom>
              <a:avLst/>
              <a:gdLst/>
              <a:ahLst/>
              <a:cxnLst/>
              <a:rect r="r" b="b" t="t" l="l"/>
              <a:pathLst>
                <a:path h="2336165" w="2266061">
                  <a:moveTo>
                    <a:pt x="0" y="0"/>
                  </a:moveTo>
                  <a:lnTo>
                    <a:pt x="2266061" y="0"/>
                  </a:lnTo>
                  <a:lnTo>
                    <a:pt x="2266061" y="2336165"/>
                  </a:lnTo>
                  <a:lnTo>
                    <a:pt x="0" y="23361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6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32956" y="1427255"/>
            <a:ext cx="14082189" cy="62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sz="36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Organization profile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794559"/>
            <a:ext cx="14218920" cy="677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Company Name: Scanntek IT Solutions LLP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Location: Kinfra IT Park, Calicut, Kerala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Industry Domain: Digital Marketing, Web Development &amp; IT Services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Company Type: Product &amp; Service Based (LLP, Inc. Nov 2022)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Description: Scanntek IT Solutions LLP is an active, Kerala-based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Limited Liability Partnership focusing on digital marketing,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branding, web development, and IT services.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Role: Full-Stack AI Developer — Designed and developed the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end-to-end RAG Chatbot platform including backend API,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frontend UI, AI pipeline, and DevOps infrastructure.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62190" y="1089774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20090" y="1494320"/>
            <a:ext cx="16847820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LEARNING MODULES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0948" y="2624890"/>
            <a:ext cx="14218920" cy="677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Concepts Learnt: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Retrieval-Augmented Generation (RAG) Architecture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Vector Embeddings &amp; Semantic Search (3072-dim vectors)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Agentic AI — ReAct Loop (Think → Action → Observe)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LLM Prompt Engineering &amp; Chain-of-Thought Reasoning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Multimodal AI — Vision &amp; Document Understanding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Full-Stack Development with Django &amp; React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Utilized: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LangChain, Qdrant, Google Gemini, Docker, PostgreSQL, Redis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Git/GitHub, VS Code, Postman, Swagger UI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Period of Study: 10 Weeks (February – April 2026)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49234" y="1494320"/>
            <a:ext cx="16847820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PROJECT(S) IMPLEMENTED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30948" y="2624890"/>
            <a:ext cx="14218920" cy="677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Title: AI-Powered RAG Chatbot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enterprise-grade Retrieval-Augmented Generation chatbot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company database analysis, built with Django REST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 and React.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Capabilities: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RAG Chat with SSE-streamed responses &amp; source citations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Multimodal support (images, PDFs, DOCX, CSV, Markdown)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Agentic semantic search with ReAct reasoning loop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Document collections, tags, and scoped querying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Admin dashboard with usage analytics &amp; metrics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JWT authentication, rate limiting, CSP/HSTS security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Dockerized microservices with CI/CD pipelines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6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20190" y="1494320"/>
            <a:ext cx="15247620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Statement(s)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624890"/>
            <a:ext cx="13533120" cy="677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problem is being solved?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Organizations struggle to extract insights from large volumes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of unstructured documents (PDFs, reports, spreadsheets).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Traditional keyword search fails to understand context and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semantic meaning, returning irrelevant results.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Employees waste hours manually searching through documents.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is it important?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Enterprises need instant, accurate, AI-powered answers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grounded in their own data — not generic LLM hallucinations.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RAG ensures responses are factual, cited, and traceable to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source documents, enabling trust and compliance.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7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409084" y="1494320"/>
            <a:ext cx="8975407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605840"/>
            <a:ext cx="13533120" cy="67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General Objectives: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Build an AI chatbot that retrieves and reasons over documents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Provide accurate, citation-backed answers via RAG architecture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Specific Objectives: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Implement multi-format document ingestion (PDF, DOCX, CSV, images)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Build 3072-dim vector search with Qdrant + Gemini Embeddings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Develop an agentic ReAct loop for intelligent query processing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Create a real-time SSE chat interface with React 19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Build an admin dashboard for usage analytics &amp; user management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Implement enterprise security: JWT, rate limiting, CSP headers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Containerize the full stack with Docker Compose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8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274199" y="696563"/>
            <a:ext cx="12021874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0946" y="1471974"/>
            <a:ext cx="16010239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Scope of the 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3100" y="2605840"/>
            <a:ext cx="13533120" cy="67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the project covers: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Full-stack web application (Django + React)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AI/ML pipeline: ingestion → embedding → retrieval → generation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Multimodal RAG: text documents + image understanding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Role-based access control (Admin, Editor, Viewer)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CI/CD pipelines with GitHub Actions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Dockerized microservices architecture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Depends on Google Gemini API (cloud-based, requires API key)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Not designed for real-time collaborative document editing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Maximum context window constrained by LLM token limits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9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98634" y="1262691"/>
            <a:ext cx="17290732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Technologies Used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605840"/>
            <a:ext cx="7360920" cy="4751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Languages: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Python 3.11, TypeScript 5, SQL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Frameworks: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Django 5, DRF, React 19, Vite 7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Tailwind CSS 4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AI/ML: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Google Gemini 2.5 Flash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Gemini Embedding 2.0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LangChain 0.3+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Infrastructure: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PostgreSQL 15, Qdrant, Redis 7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Docker, GitHub Actions CI/CD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10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75520" y="2005641"/>
            <a:ext cx="7269480" cy="7269480"/>
            <a:chOff x="0" y="0"/>
            <a:chExt cx="9692640" cy="9692640"/>
          </a:xfrm>
        </p:grpSpPr>
        <p:sp>
          <p:nvSpPr>
            <p:cNvPr name="Freeform 21" id="21" descr="image.jpg"/>
            <p:cNvSpPr/>
            <p:nvPr/>
          </p:nvSpPr>
          <p:spPr>
            <a:xfrm flipH="false" flipV="false" rot="0">
              <a:off x="0" y="0"/>
              <a:ext cx="9692640" cy="9692640"/>
            </a:xfrm>
            <a:custGeom>
              <a:avLst/>
              <a:gdLst/>
              <a:ahLst/>
              <a:cxnLst/>
              <a:rect r="r" b="b" t="t" l="l"/>
              <a:pathLst>
                <a:path h="9692640" w="9692640">
                  <a:moveTo>
                    <a:pt x="0" y="0"/>
                  </a:moveTo>
                  <a:lnTo>
                    <a:pt x="9692640" y="0"/>
                  </a:lnTo>
                  <a:lnTo>
                    <a:pt x="9692640" y="9692640"/>
                  </a:lnTo>
                  <a:lnTo>
                    <a:pt x="0" y="969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200456" y="468211"/>
            <a:ext cx="12191019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" y="1259805"/>
            <a:ext cx="16876395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3100" y="2605840"/>
            <a:ext cx="6675120" cy="268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Layered microservices architecture: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Frontend → Backend API →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App Modules → Storage Layer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RAG Pipeline: Ingest → Embed →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Store → Retrieve → Generate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11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595485" y="1752600"/>
            <a:ext cx="7543800" cy="7543800"/>
            <a:chOff x="0" y="0"/>
            <a:chExt cx="10058400" cy="10058400"/>
          </a:xfrm>
        </p:grpSpPr>
        <p:sp>
          <p:nvSpPr>
            <p:cNvPr name="Freeform 22" id="22" descr="image.jpg"/>
            <p:cNvSpPr/>
            <p:nvPr/>
          </p:nvSpPr>
          <p:spPr>
            <a:xfrm flipH="false" flipV="false" rot="0">
              <a:off x="0" y="0"/>
              <a:ext cx="10058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10058400">
                  <a:moveTo>
                    <a:pt x="0" y="0"/>
                  </a:moveTo>
                  <a:lnTo>
                    <a:pt x="10058400" y="0"/>
                  </a:lnTo>
                  <a:lnTo>
                    <a:pt x="10058400" y="10058400"/>
                  </a:lnTo>
                  <a:lnTo>
                    <a:pt x="0" y="10058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156212" y="515588"/>
            <a:ext cx="12113590" cy="537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68104" y="1265501"/>
            <a:ext cx="11311414" cy="55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Methodology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43100" y="2605840"/>
            <a:ext cx="6675120" cy="537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96"/>
              </a:lnSpc>
            </a:pPr>
            <a:r>
              <a:rPr lang="en-US" sz="21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Development Process: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Agile (5 Sprints × 2 Weeks)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Sprint 1 — Requirements, setup,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DB schema design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Sprint 2 — RAG pipeline (ingest,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embed, vector storage)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Sprint 3 — Agentic reasoning,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multimodal support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Sprint 4 — Dashboard, analytics,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auth &amp; security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Sprint 5 — Docker, CI/CD, testing,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optimization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12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845436" y="1866252"/>
            <a:ext cx="7296798" cy="7296798"/>
            <a:chOff x="0" y="0"/>
            <a:chExt cx="10607040" cy="10607040"/>
          </a:xfrm>
        </p:grpSpPr>
        <p:sp>
          <p:nvSpPr>
            <p:cNvPr name="Freeform 22" id="22" descr="image.jpg"/>
            <p:cNvSpPr/>
            <p:nvPr/>
          </p:nvSpPr>
          <p:spPr>
            <a:xfrm flipH="false" flipV="false" rot="0">
              <a:off x="0" y="0"/>
              <a:ext cx="10607040" cy="10607040"/>
            </a:xfrm>
            <a:custGeom>
              <a:avLst/>
              <a:gdLst/>
              <a:ahLst/>
              <a:cxnLst/>
              <a:rect r="r" b="b" t="t" l="l"/>
              <a:pathLst>
                <a:path h="1060704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10607040"/>
                  </a:lnTo>
                  <a:lnTo>
                    <a:pt x="0" y="10607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652046" y="1437646"/>
            <a:ext cx="12368689" cy="55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596315"/>
            <a:ext cx="7360920" cy="6804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3"/>
              </a:lnSpc>
            </a:pPr>
            <a:r>
              <a:rPr lang="en-US" sz="19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Modules Implemented: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Document Management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Upload PDF, DOCX, CSV, images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with auto-chunking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RAG Pipeline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LangChain + Qdrant + Gemini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Agentic Search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ReAct: Think → Action → Observe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Multimodal AI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Gemini Vision for images/charts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Real-time Chat (SSE streaming)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Admin Dashboard &amp; Analytics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JWT Auth &amp; Security Layer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Docker &amp; CI/CD Pipeline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13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316153" y="2213738"/>
            <a:ext cx="9829800" cy="6518959"/>
            <a:chOff x="0" y="0"/>
            <a:chExt cx="13106400" cy="8691946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3106400" cy="8691946"/>
            </a:xfrm>
            <a:custGeom>
              <a:avLst/>
              <a:gdLst/>
              <a:ahLst/>
              <a:cxnLst/>
              <a:rect r="r" b="b" t="t" l="l"/>
              <a:pathLst>
                <a:path h="8691946" w="13106400">
                  <a:moveTo>
                    <a:pt x="0" y="0"/>
                  </a:moveTo>
                  <a:lnTo>
                    <a:pt x="13106400" y="0"/>
                  </a:lnTo>
                  <a:lnTo>
                    <a:pt x="13106400" y="8691946"/>
                  </a:lnTo>
                  <a:lnTo>
                    <a:pt x="0" y="86919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6595" t="0" r="-16595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652046" y="1437646"/>
            <a:ext cx="12368689" cy="55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PROGRESS STATUS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596315"/>
            <a:ext cx="6675120" cy="7078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3"/>
              </a:lnSpc>
            </a:pPr>
            <a:r>
              <a:rPr lang="en-US" sz="195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Completion: 75%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Milestones Achieved: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✅ Full RAG pipeline with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agentic reasoning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✅ Multimodal document &amp;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image processing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✅ Complete frontend (Dashboard,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Chat, Documents, History)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✅ JWT auth &amp; role-based access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✅ Docker &amp; CI/CD pipelines</a:t>
            </a:r>
          </a:p>
          <a:p>
            <a:pPr algn="l">
              <a:lnSpc>
                <a:spcPts val="2340"/>
              </a:lnSpc>
            </a:pP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Work: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Performance optimization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Advanced analytics</a:t>
            </a:r>
          </a:p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Cloud deployment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14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282011" y="2355679"/>
            <a:ext cx="9863942" cy="5908745"/>
            <a:chOff x="0" y="0"/>
            <a:chExt cx="10840858" cy="6493942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10840858" cy="6493942"/>
            </a:xfrm>
            <a:custGeom>
              <a:avLst/>
              <a:gdLst/>
              <a:ahLst/>
              <a:cxnLst/>
              <a:rect r="r" b="b" t="t" l="l"/>
              <a:pathLst>
                <a:path h="6493942" w="10840858">
                  <a:moveTo>
                    <a:pt x="0" y="0"/>
                  </a:moveTo>
                  <a:lnTo>
                    <a:pt x="10840858" y="0"/>
                  </a:lnTo>
                  <a:lnTo>
                    <a:pt x="10840858" y="6493942"/>
                  </a:lnTo>
                  <a:lnTo>
                    <a:pt x="0" y="64939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404" t="0" r="-404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C4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3238" cy="10284323"/>
            <a:chOff x="0" y="0"/>
            <a:chExt cx="24377650" cy="13712431"/>
          </a:xfrm>
        </p:grpSpPr>
        <p:sp>
          <p:nvSpPr>
            <p:cNvPr name="Freeform 3" id="3" descr="HD-PanelContent.png"/>
            <p:cNvSpPr/>
            <p:nvPr/>
          </p:nvSpPr>
          <p:spPr>
            <a:xfrm flipH="false" flipV="false" rot="0">
              <a:off x="0" y="0"/>
              <a:ext cx="24377650" cy="13712444"/>
            </a:xfrm>
            <a:custGeom>
              <a:avLst/>
              <a:gdLst/>
              <a:ahLst/>
              <a:cxnLst/>
              <a:rect r="r" b="b" t="t" l="l"/>
              <a:pathLst>
                <a:path h="13712444" w="24377650">
                  <a:moveTo>
                    <a:pt x="0" y="0"/>
                  </a:moveTo>
                  <a:lnTo>
                    <a:pt x="24377650" y="0"/>
                  </a:lnTo>
                  <a:lnTo>
                    <a:pt x="24377650" y="13712444"/>
                  </a:lnTo>
                  <a:lnTo>
                    <a:pt x="0" y="137124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00112" y="902494"/>
            <a:ext cx="16483012" cy="8482012"/>
            <a:chOff x="0" y="0"/>
            <a:chExt cx="21977350" cy="11309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77350" cy="11309350"/>
            </a:xfrm>
            <a:custGeom>
              <a:avLst/>
              <a:gdLst/>
              <a:ahLst/>
              <a:cxnLst/>
              <a:rect r="r" b="b" t="t" l="l"/>
              <a:pathLst>
                <a:path h="11309350" w="21977350">
                  <a:moveTo>
                    <a:pt x="15875" y="0"/>
                  </a:moveTo>
                  <a:lnTo>
                    <a:pt x="21961475" y="0"/>
                  </a:lnTo>
                  <a:cubicBezTo>
                    <a:pt x="21970237" y="0"/>
                    <a:pt x="21977350" y="7112"/>
                    <a:pt x="21977350" y="15875"/>
                  </a:cubicBezTo>
                  <a:lnTo>
                    <a:pt x="21977350" y="11293475"/>
                  </a:lnTo>
                  <a:cubicBezTo>
                    <a:pt x="21977350" y="11302238"/>
                    <a:pt x="21970237" y="11309350"/>
                    <a:pt x="21961475" y="11309350"/>
                  </a:cubicBezTo>
                  <a:lnTo>
                    <a:pt x="15875" y="11309350"/>
                  </a:lnTo>
                  <a:cubicBezTo>
                    <a:pt x="7112" y="11309350"/>
                    <a:pt x="0" y="11302238"/>
                    <a:pt x="0" y="11293475"/>
                  </a:cubicBezTo>
                  <a:lnTo>
                    <a:pt x="0" y="15875"/>
                  </a:lnTo>
                  <a:cubicBezTo>
                    <a:pt x="0" y="7112"/>
                    <a:pt x="7112" y="0"/>
                    <a:pt x="15875" y="0"/>
                  </a:cubicBezTo>
                  <a:moveTo>
                    <a:pt x="15875" y="31750"/>
                  </a:moveTo>
                  <a:lnTo>
                    <a:pt x="15875" y="15875"/>
                  </a:lnTo>
                  <a:lnTo>
                    <a:pt x="31750" y="15875"/>
                  </a:lnTo>
                  <a:lnTo>
                    <a:pt x="31750" y="11293475"/>
                  </a:lnTo>
                  <a:lnTo>
                    <a:pt x="15875" y="11293475"/>
                  </a:lnTo>
                  <a:lnTo>
                    <a:pt x="15875" y="11277600"/>
                  </a:lnTo>
                  <a:lnTo>
                    <a:pt x="21961475" y="11277600"/>
                  </a:lnTo>
                  <a:lnTo>
                    <a:pt x="21961475" y="11293475"/>
                  </a:lnTo>
                  <a:lnTo>
                    <a:pt x="21945600" y="11293475"/>
                  </a:lnTo>
                  <a:lnTo>
                    <a:pt x="21945600" y="15875"/>
                  </a:lnTo>
                  <a:lnTo>
                    <a:pt x="21961475" y="15875"/>
                  </a:lnTo>
                  <a:lnTo>
                    <a:pt x="21961475" y="31750"/>
                  </a:lnTo>
                  <a:lnTo>
                    <a:pt x="15875" y="31750"/>
                  </a:lnTo>
                  <a:close/>
                </a:path>
              </a:pathLst>
            </a:custGeom>
            <a:solidFill>
              <a:srgbClr val="83992A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23603" y="4730744"/>
            <a:ext cx="1165860" cy="909638"/>
            <a:chOff x="0" y="0"/>
            <a:chExt cx="1554480" cy="1212850"/>
          </a:xfrm>
        </p:grpSpPr>
        <p:sp>
          <p:nvSpPr>
            <p:cNvPr name="Freeform 7" id="7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5477" y="4730744"/>
            <a:ext cx="1165860" cy="909638"/>
            <a:chOff x="0" y="0"/>
            <a:chExt cx="1554480" cy="1212850"/>
          </a:xfrm>
        </p:grpSpPr>
        <p:sp>
          <p:nvSpPr>
            <p:cNvPr name="Freeform 9" id="9" descr="HDRibbonContent-UniformTrim.png"/>
            <p:cNvSpPr/>
            <p:nvPr/>
          </p:nvSpPr>
          <p:spPr>
            <a:xfrm flipH="false" flipV="false" rot="0">
              <a:off x="0" y="0"/>
              <a:ext cx="1554480" cy="1212850"/>
            </a:xfrm>
            <a:custGeom>
              <a:avLst/>
              <a:gdLst/>
              <a:ahLst/>
              <a:cxnLst/>
              <a:rect r="r" b="b" t="t" l="l"/>
              <a:pathLst>
                <a:path h="121285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212850"/>
                  </a:lnTo>
                  <a:lnTo>
                    <a:pt x="0" y="12128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315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493257" y="1420016"/>
            <a:ext cx="8975407" cy="555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2"/>
              </a:lnSpc>
            </a:pPr>
            <a:r>
              <a:rPr lang="en-US" sz="30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43100" y="2605840"/>
            <a:ext cx="13533120" cy="67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1"/>
              </a:lnSpc>
            </a:pPr>
            <a:r>
              <a:rPr lang="en-US" sz="240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Summary: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Successfully designed and developed an enterprise-grade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AI-Powered RAG Chatbot enabling natural language querying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of company documents with cited, accurate responses.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Implemented cutting-edge techniques: agentic ReAct reasoning,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3072-dimensional vector search, multimodal AI, and SSE streaming.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Built a production-ready, containerized full-stack application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with React frontend, Django backend, and intelligent RAG pipeline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powered by Google Gemini.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Outcome: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• The system demonstrates significant improvement in document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retrieval accuracy over traditional keyword search methods,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making enterprise knowledge instantly accessible through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natural conversation.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943100" y="8953500"/>
            <a:ext cx="10958846" cy="419100"/>
            <a:chOff x="0" y="0"/>
            <a:chExt cx="14611795" cy="558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11800" cy="558800"/>
            </a:xfrm>
            <a:custGeom>
              <a:avLst/>
              <a:gdLst/>
              <a:ahLst/>
              <a:cxnLst/>
              <a:rect r="r" b="b" t="t" l="l"/>
              <a:pathLst>
                <a:path h="558800" w="14611800">
                  <a:moveTo>
                    <a:pt x="0" y="0"/>
                  </a:moveTo>
                  <a:lnTo>
                    <a:pt x="14611800" y="0"/>
                  </a:lnTo>
                  <a:lnTo>
                    <a:pt x="14611800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59504" r="0" b="-459504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4611795" cy="56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Muhammed Midlaj P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5530855" y="8953500"/>
            <a:ext cx="814045" cy="419100"/>
            <a:chOff x="0" y="0"/>
            <a:chExt cx="1085393" cy="558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85394" cy="558800"/>
            </a:xfrm>
            <a:custGeom>
              <a:avLst/>
              <a:gdLst/>
              <a:ahLst/>
              <a:cxnLst/>
              <a:rect r="r" b="b" t="t" l="l"/>
              <a:pathLst>
                <a:path h="558800" w="1085394">
                  <a:moveTo>
                    <a:pt x="0" y="0"/>
                  </a:moveTo>
                  <a:lnTo>
                    <a:pt x="1085394" y="0"/>
                  </a:lnTo>
                  <a:lnTo>
                    <a:pt x="1085394" y="558800"/>
                  </a:lnTo>
                  <a:lnTo>
                    <a:pt x="0" y="5588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6055" t="0" r="-16055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1085393" cy="57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Garamond"/>
                  <a:ea typeface="Garamond"/>
                  <a:cs typeface="Garamond"/>
                  <a:sym typeface="Garamond"/>
                </a:rPr>
                <a:t>15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99506" y="920105"/>
            <a:ext cx="1662884" cy="1714309"/>
            <a:chOff x="0" y="0"/>
            <a:chExt cx="2217179" cy="228574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17166" cy="2285746"/>
            </a:xfrm>
            <a:custGeom>
              <a:avLst/>
              <a:gdLst/>
              <a:ahLst/>
              <a:cxnLst/>
              <a:rect r="r" b="b" t="t" l="l"/>
              <a:pathLst>
                <a:path h="2285746" w="2217166">
                  <a:moveTo>
                    <a:pt x="0" y="0"/>
                  </a:moveTo>
                  <a:lnTo>
                    <a:pt x="2217166" y="0"/>
                  </a:lnTo>
                  <a:lnTo>
                    <a:pt x="2217166" y="2285746"/>
                  </a:lnTo>
                  <a:lnTo>
                    <a:pt x="0" y="2285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4" t="0" r="-34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DAHGFNpnjcc</dc:identifier>
  <dcterms:modified xsi:type="dcterms:W3CDTF">2011-08-01T06:04:30Z</dcterms:modified>
  <cp:revision>1</cp:revision>
  <dc:title>Internship PPT Template.pptx</dc:title>
</cp:coreProperties>
</file>